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1" r:id="rId6"/>
    <p:sldId id="260" r:id="rId7"/>
    <p:sldId id="259" r:id="rId8"/>
    <p:sldId id="263" r:id="rId9"/>
    <p:sldId id="269" r:id="rId10"/>
    <p:sldId id="268" r:id="rId11"/>
    <p:sldId id="267" r:id="rId12"/>
    <p:sldId id="266" r:id="rId13"/>
    <p:sldId id="274" r:id="rId14"/>
    <p:sldId id="273" r:id="rId15"/>
    <p:sldId id="272" r:id="rId16"/>
    <p:sldId id="271" r:id="rId17"/>
    <p:sldId id="265" r:id="rId18"/>
    <p:sldId id="281" r:id="rId19"/>
    <p:sldId id="280" r:id="rId20"/>
    <p:sldId id="279" r:id="rId21"/>
    <p:sldId id="278" r:id="rId22"/>
    <p:sldId id="277" r:id="rId23"/>
    <p:sldId id="276" r:id="rId24"/>
    <p:sldId id="275" r:id="rId25"/>
    <p:sldId id="264" r:id="rId26"/>
    <p:sldId id="286" r:id="rId27"/>
    <p:sldId id="285" r:id="rId28"/>
    <p:sldId id="284" r:id="rId29"/>
    <p:sldId id="283" r:id="rId30"/>
    <p:sldId id="282" r:id="rId31"/>
    <p:sldId id="291" r:id="rId32"/>
    <p:sldId id="290" r:id="rId33"/>
    <p:sldId id="289" r:id="rId34"/>
    <p:sldId id="288" r:id="rId35"/>
    <p:sldId id="287" r:id="rId36"/>
    <p:sldId id="294" r:id="rId37"/>
    <p:sldId id="293" r:id="rId38"/>
    <p:sldId id="292" r:id="rId39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2" d="100"/>
          <a:sy n="72" d="100"/>
        </p:scale>
        <p:origin x="4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C8603-5D35-125F-1C60-53AD4D91A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AF1CC-2B21-6A95-9505-E1B7F0FB1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1B7E0-067F-C5F9-A40E-C7476D80D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C62E-C2A6-4C92-9E56-EDDA953B2C15}" type="datetimeFigureOut">
              <a:rPr lang="en-IL" smtClean="0"/>
              <a:t>17/03/2026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1ACDC-D4D0-828B-DC8E-50A0DED49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520CF-1B87-B9DB-1C52-5A95A1C7B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F0B4-84A1-4174-9F0F-546E67F768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6688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EE9FE-5164-329F-641D-0BCB19F6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EBBFE-C384-0EFB-2F04-4F5EF7E0D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10330-5F6E-23EA-F4D8-97925800B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C62E-C2A6-4C92-9E56-EDDA953B2C15}" type="datetimeFigureOut">
              <a:rPr lang="en-IL" smtClean="0"/>
              <a:t>17/03/2026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96BB1-CC96-1E61-522B-45CA4F69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3C568-B755-2FE2-18E2-96944777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F0B4-84A1-4174-9F0F-546E67F768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27823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D8E51-907F-A259-D2E0-320631C79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BE6C6-F735-D683-E0EF-ABC09BCD9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BAD1-72D4-2650-0755-C0C46C03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C62E-C2A6-4C92-9E56-EDDA953B2C15}" type="datetimeFigureOut">
              <a:rPr lang="en-IL" smtClean="0"/>
              <a:t>17/03/2026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15F2C-B994-E728-C38F-F7765B8B0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A3317-A1BC-074A-F1AE-CD28978FB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F0B4-84A1-4174-9F0F-546E67F768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3710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FA1C9-D29E-60A0-1141-CFE3B0C36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58ED7-2652-40E2-3419-C18B9967E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65040-1CFA-7AB2-48CA-509918F8E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94432-8E6C-123F-63C9-78EE826FB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C62E-C2A6-4C92-9E56-EDDA953B2C15}" type="datetimeFigureOut">
              <a:rPr lang="en-IL" smtClean="0"/>
              <a:t>17/03/2026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A9B60-C5A2-B60C-92E0-B78F7885C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DE5DD-DDA4-7852-E9A6-E026C208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F0B4-84A1-4174-9F0F-546E67F768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4590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4560-DABC-9E65-20D8-7CE461612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CC8C4-97F4-C7EE-7AD1-54891252C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6875A-DBE8-8663-6AEE-F05618215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04B4B-44BD-CE7B-EDDD-89C9A27D9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CB7E95-768B-9FBA-EA6B-FC5A921E4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AD9B94-BBA7-F1E0-A3F4-F5F6460CA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C62E-C2A6-4C92-9E56-EDDA953B2C15}" type="datetimeFigureOut">
              <a:rPr lang="en-IL" smtClean="0"/>
              <a:t>17/03/2026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5DD762-A51A-3AB7-2ED8-2890488B8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C86D9C-7574-BC85-816A-00FF9C6C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F0B4-84A1-4174-9F0F-546E67F768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18803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F5D52-E656-9EEB-38B5-59CAA9CC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F51671-B280-0460-0E08-A59854AE1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C62E-C2A6-4C92-9E56-EDDA953B2C15}" type="datetimeFigureOut">
              <a:rPr lang="en-IL" smtClean="0"/>
              <a:t>17/03/2026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581BA-9E09-B891-E246-0B1F9DFB4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873B6-A8D4-ED7F-D7C5-9445BBC6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F0B4-84A1-4174-9F0F-546E67F768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71923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376A2C-E602-A893-F754-B9AE6209B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C62E-C2A6-4C92-9E56-EDDA953B2C15}" type="datetimeFigureOut">
              <a:rPr lang="en-IL" smtClean="0"/>
              <a:t>17/03/2026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618091-1C9E-D91E-5FCF-66D12A2BF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1CA69-0C15-8B3F-6560-33E91B2F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F0B4-84A1-4174-9F0F-546E67F768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0960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35DC9-245A-0994-F0EF-62F58EC05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7EC56-D204-7E4A-681F-F8C492939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1801A-DF88-4426-9A26-9F1CFFFA8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3603C-4464-C70F-E25F-31AD99DFE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C62E-C2A6-4C92-9E56-EDDA953B2C15}" type="datetimeFigureOut">
              <a:rPr lang="en-IL" smtClean="0"/>
              <a:t>17/03/2026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C7183-F000-8AB2-0343-27FE071E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1A5CD-A7E9-7B06-2B60-EDEC15C4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F0B4-84A1-4174-9F0F-546E67F768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73423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AE45-4E5C-16CC-9936-DB81975A7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DCF9AC-05FC-9921-CDF1-458C91049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4928B6-AED2-AB03-8BA2-B7B0C01A7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E9F949-4FD4-618B-07DF-F9FB9112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C62E-C2A6-4C92-9E56-EDDA953B2C15}" type="datetimeFigureOut">
              <a:rPr lang="en-IL" smtClean="0"/>
              <a:t>17/03/2026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CB491-0C27-38DA-6591-66336F23E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0A16D-6AE3-48C0-5D55-D0D90E74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F0B4-84A1-4174-9F0F-546E67F768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65463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F15BE-FBF2-61F7-C412-B96B580A3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45205F-F8BF-D382-D508-D22AEAAF2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31682-B23A-2C30-4D21-00DFC1C1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C62E-C2A6-4C92-9E56-EDDA953B2C15}" type="datetimeFigureOut">
              <a:rPr lang="en-IL" smtClean="0"/>
              <a:t>17/03/2026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8A17E-E9EE-969D-61CA-006E2E8D4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BCD37-4302-5452-C03B-E5C2B46E9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F0B4-84A1-4174-9F0F-546E67F768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2727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D3A846-6736-182E-1A07-D8292C7B65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B388E4-F1CC-EDD3-34E6-E1AF465B5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3A993-1173-946B-1693-2DE13315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C62E-C2A6-4C92-9E56-EDDA953B2C15}" type="datetimeFigureOut">
              <a:rPr lang="en-IL" smtClean="0"/>
              <a:t>17/03/2026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CEC29-5661-5A6E-C50F-FF24A20F3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ACC7F-EA17-525F-D8CC-9682A4017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F0B4-84A1-4174-9F0F-546E67F768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04198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4FD82-C9C4-7622-F37C-66673EBE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1D178-FD32-82D0-F450-EEB15DD2D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0AC6A-20EA-2C47-A485-0D69B8E8B2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3C62E-C2A6-4C92-9E56-EDDA953B2C15}" type="datetimeFigureOut">
              <a:rPr lang="en-IL" smtClean="0"/>
              <a:t>17/03/2026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B7062-11DA-ADEA-F11B-33A1F165F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7C81F-EB05-6143-F512-8FAC511B5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C9F0B4-84A1-4174-9F0F-546E67F768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2801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5C1A263-AC1D-3C15-B346-747869819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139" y="2709570"/>
            <a:ext cx="10478721" cy="206954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43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8E58AB-5828-F03F-D7D5-8DD500F64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29" y="213864"/>
            <a:ext cx="9964541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456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AED6B-1DC8-B248-0F8B-C34B5C4DA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982389-0341-8E8D-0A01-33AE153AC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185" y="0"/>
            <a:ext cx="9815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244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727B5-306D-484B-E3E8-944FFA6F7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C35ECD-061E-31A2-6B49-A2C64A5DF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45" y="70969"/>
            <a:ext cx="10278909" cy="671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5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BCA07-03BB-BBBD-2045-7A773BDB3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441D90-BEE3-15D0-B70E-3398E22EB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2" y="1404655"/>
            <a:ext cx="11041016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162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0A8AC-8BDB-1258-3AC5-89CC80171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34143E-16D9-6666-83CB-55946155B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172"/>
            <a:ext cx="12192000" cy="426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37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F844-1F5F-118D-E9ED-DE501CBED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A51D0F-8853-C965-76B5-6A3C0CC5B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0" y="1514208"/>
            <a:ext cx="12069859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755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A40EC-9A1C-0402-66FF-94E5700AF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3C2281-BB2E-CD42-4634-D54B5AC51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5" y="2676420"/>
            <a:ext cx="12146070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804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3342B-BBEB-5E4B-71D6-1E8E4F920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9D7DD1-5F7F-A595-02F5-A5465B18C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2227"/>
            <a:ext cx="12192000" cy="301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34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EFB13-A7C6-0DBD-C5C8-1EAC0471D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09B40E-DFD1-7FD6-919F-996F5BC3B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425"/>
            <a:ext cx="12192000" cy="639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353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E6742-22CA-1C48-00C1-8A0A1E07B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B9AF29-2258-5D6D-1910-2F5CAA278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988"/>
            <a:ext cx="12192000" cy="407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455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C9D96-C319-2714-463B-D926D9D20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CBF2FA-7BB6-9985-A593-E0E1EB7F7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39" y="2204866"/>
            <a:ext cx="11803122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57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B2F86-5603-4B27-8A59-CB6ED80F4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8A38B4-0945-33A2-1BE6-E9DC3CFF6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2309"/>
            <a:ext cx="12192000" cy="61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795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3A85C-2C30-EAB8-51EF-617E3411D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9DE585-B2B3-BD76-CF86-25F4736A6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4723"/>
            <a:ext cx="12192000" cy="278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166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A64E4-3289-EB96-1727-B4B26B463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BD1302-5617-283E-DEB6-5E4C52964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284"/>
            <a:ext cx="12192000" cy="171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001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88E66-A32E-166B-C9F7-CC73ACD7F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C12851-4566-C1F4-AFD3-259086477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9537"/>
            <a:ext cx="12192000" cy="175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55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05C4C-C46F-73D0-5410-5DFB4A08B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40F13-996C-48B1-1F50-69B2EA803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9333"/>
            <a:ext cx="12192000" cy="335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69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0444B-6558-E3E6-8297-B04B08ED0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726044-582A-4D9E-E067-57689B7DF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942"/>
            <a:ext cx="12192000" cy="547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481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19226-0A07-67AB-97DA-DAF14B4FF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E7EF37-543F-C1E1-73AB-84D4B485A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24" y="2019103"/>
            <a:ext cx="10221751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56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638F8-9DBB-640B-C7FA-4F7C64EF2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A013C9-D0BA-EBC9-75CC-642AA40B7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429" y="0"/>
            <a:ext cx="93171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24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E91F4-8F8C-7650-96D5-DE99D64D9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C0D103-9FA7-1051-B0D7-153C061A9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29" y="1090286"/>
            <a:ext cx="10326541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32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C77DC-4B1F-C063-30F6-44AE6A980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0FF2FE-1205-D08E-002A-1AAFB63F8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" y="1866682"/>
            <a:ext cx="10269383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46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D8E3-4FC1-A943-A3C5-1F8565F35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6C616A-15BF-6B7B-5EA7-D947E9495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71" y="1618997"/>
            <a:ext cx="10078857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24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0BA5A-79AA-BD16-B568-1D6917D1C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21288D-3396-B04E-CD2F-8FB5AECB0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516" y="0"/>
            <a:ext cx="7049484" cy="14194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96E636-9686-57A9-D318-230D4193B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515" y="1070485"/>
            <a:ext cx="7592485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096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66C5C-ABF9-311D-2464-ABDD76CFF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C9893F-1E07-3E50-AC15-5D4A010BF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82" y="2471604"/>
            <a:ext cx="10288436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909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659A-D182-D987-0670-8C53A448C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DA3548-CC67-610E-8FA6-D0C9B6AB1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29" y="2409682"/>
            <a:ext cx="10507541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91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14AB5-023B-9CE2-A09F-97148E77A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A78658-6D6B-8E93-A418-300E85EEB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365" y="2824078"/>
            <a:ext cx="4801270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294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BD6B5-FD3C-35A7-F827-BC759E336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EF410A-2D0F-D93A-09EA-778E5590E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207" y="2566867"/>
            <a:ext cx="4915586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657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044BD-1BF3-DCCA-1337-2D95DD2FA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399800-9825-75ED-B5FF-214842B92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704" y="2371577"/>
            <a:ext cx="9440592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628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23928-58CF-2EA7-59B6-16F1C468F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D13CDA-0C8E-D594-AADF-AE86E0899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52" y="2671657"/>
            <a:ext cx="8573696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567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74EE2-92BA-FA67-BF6C-526D10CE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BD0AAD-6E02-ECA1-E4E7-D695A619B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652" y="3152736"/>
            <a:ext cx="7668695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138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FB27E-9672-66C3-2E69-02454A9CB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640059-9D24-8BF3-DBA7-6AB810014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92" y="1771418"/>
            <a:ext cx="10317015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0711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6F4D0-6D62-8FA4-0E1F-941A5F0ED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D69272-7E22-6CE0-9018-2FEAF61F1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35" y="2342998"/>
            <a:ext cx="10250330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876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442DF-38DD-A8B8-3EAB-368A288E1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D2DDE1-0706-788E-1C32-B5BA9CB1F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03" y="2971736"/>
            <a:ext cx="9621593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416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E99E3-4750-DDFC-A875-182B6D856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177832-6289-3522-DA03-F2A7D4100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785" y="2881236"/>
            <a:ext cx="5220429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91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3D5EF-7F3A-EB7A-1AF8-7BE96144D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488AF-6C00-F2AB-5A6A-EFD26E62D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388" y="3066999"/>
            <a:ext cx="9307224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6899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0EC43-838F-C0C4-FD0F-597626FE9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2463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0B16B-28D4-13B1-3179-52B7EFC81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835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0</Words>
  <Application>Microsoft Office PowerPoint</Application>
  <PresentationFormat>Widescreen</PresentationFormat>
  <Paragraphs>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ziv ash</dc:creator>
  <cp:lastModifiedBy>ziv ash</cp:lastModifiedBy>
  <cp:revision>3</cp:revision>
  <dcterms:created xsi:type="dcterms:W3CDTF">2026-03-07T09:45:26Z</dcterms:created>
  <dcterms:modified xsi:type="dcterms:W3CDTF">2026-03-17T11:48:56Z</dcterms:modified>
</cp:coreProperties>
</file>