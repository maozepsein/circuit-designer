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0" r:id="rId7"/>
    <p:sldId id="259" r:id="rId8"/>
    <p:sldId id="263" r:id="rId9"/>
    <p:sldId id="266" r:id="rId10"/>
    <p:sldId id="265" r:id="rId11"/>
    <p:sldId id="264" r:id="rId12"/>
    <p:sldId id="270" r:id="rId13"/>
    <p:sldId id="269" r:id="rId14"/>
    <p:sldId id="268" r:id="rId15"/>
    <p:sldId id="273" r:id="rId16"/>
    <p:sldId id="272" r:id="rId17"/>
    <p:sldId id="271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4434-8462-61EC-A126-6FFF001D5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8381-1B89-34BB-EE98-4579B05A7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EAD74-D4E5-B5F0-0E1E-432181FF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71D0D-25D9-35A4-40E7-2A6085DA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93A98-32C7-3380-9622-E3929A51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115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311D-731F-F535-8E4C-CFA19B46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B9DC7-DC4C-D37E-E3D6-73CF8CD7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FF232-7840-A69F-29B2-123EB089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598C3-D7CB-A7D3-288B-6847EC0F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BC25-1781-51EF-770F-1958B6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072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67BF9-676A-1159-039E-A97CA9F8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6287B-3C31-C163-AC1B-42B25D5AB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64E8D-C6F5-AF91-1E23-3CAD3D1B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30490-774B-0920-799D-D24B95B0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73DA0-433A-45B1-D814-77D64998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1765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6428-525D-EDFF-055E-51A86388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3493-1287-7A21-C421-0C42F1B8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71143-EC19-1A3E-3053-3601D817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57E75-89EC-2FA0-4971-E647D846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C4E9E-F8DC-40AD-5CE7-24241956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605DB-7C99-A592-32BE-AFB73D26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4477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22931-11A1-A134-B90B-3DB023CE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4E1D9-3FFB-8462-AE08-EA1DFD679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8A3EE-3104-EA3A-B4AC-072BED126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5DE2C-163B-29D3-44C3-CDCA7E907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3770C-6B46-EF21-4CA9-DE27A7254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7C4E1-3606-1FE2-5E4A-30B61D06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DE38D-8132-C4CC-D686-56A71A99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21358-9E4A-9B3F-8940-D00F7B8A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70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88B-95FF-B9FE-DF22-6A0EAD68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761F3-2404-AB1C-BC5E-677C9557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C7966-321C-30DF-C920-247C4AF8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E573D-F024-06FE-499D-BAB39479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550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69072-880A-69CF-98BC-EF1B1D9D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26B42-2312-A7DE-2FC1-B96734BB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B6F7B-5A6C-6B3D-DE69-1EA5201F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376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3AE6-4753-68F7-56AF-E6328031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FA2E3-EEBF-8447-8E31-EA4466BF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275F7-BCCF-26CE-4571-29C216288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ACC49-6D8E-2C58-11F7-C27073EB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5FA5-7D8C-00DD-7E15-DEA06616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6EE56-4338-7B50-95C9-1FE74100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129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CF9F-422F-9D04-B36E-405D406E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09E49D-50F4-F9CE-0A65-504D0AA3F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F3E56-DC61-D88B-74CA-7B230197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478FF-1A5E-5C2A-6116-D33595D4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E208E-8AB1-03E8-B91D-F05C0994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391B3-3D32-E031-6A73-1DE5A9B7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418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8927-AA0D-374C-C9D0-B78DCEAE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DC411-AA98-770C-AAD4-2A05F5AF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C2AFB-1B8E-56F2-09C3-B7711ECE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67D1-A080-7B06-CE80-055D4E4B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0225-D1D0-D16B-ADE5-10DD063A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485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142DA-39AE-D903-AD61-9672D59C7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A629F-ED92-9A1D-B0A0-C24924592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5540-4B95-ED70-6075-749DDE76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5335C-717A-19BD-73AB-B91CF712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826A-1162-E225-8A95-A7EE1431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003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5F011-003A-C689-63E9-3C42531F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0C3FC-B49D-3CD2-1DF5-5CEFD8D8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F56BC-A18E-3257-648E-D77B1CD40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B40E4-801E-42EF-8704-5F1C1ECEBC8A}" type="datetimeFigureOut">
              <a:rPr lang="en-IL" smtClean="0"/>
              <a:t>08/03/2026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0A0F2-FB42-5877-3E54-0A80773DD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173F-BD27-930A-9ACA-D10D14CB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86AF8-2A10-46A2-87E6-721BBE1BF7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173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64E6F-EDAE-DB9B-8C3C-D98DC162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03"/>
            <a:ext cx="12192000" cy="1047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9130EB-3F02-16B8-E3B6-9FD5A0A9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9739"/>
            <a:ext cx="12192000" cy="2099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54191-392E-3A26-11F7-E7E6E44A4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861" y="4076312"/>
            <a:ext cx="968827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F3E6-B25E-3F9A-A661-43E812B3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5F70EA-985B-8F16-08EF-757CCB14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99" y="153440"/>
            <a:ext cx="9754961" cy="1467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C9AA53-6856-8028-9CDF-B73DE0C1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272" y="1214128"/>
            <a:ext cx="10126488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7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C098-5BD3-7545-4A5C-96253C1A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DB6C1-01DB-E10C-EE87-4BC0C6EF5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727" y="88461"/>
            <a:ext cx="7154273" cy="1743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86502-3AF3-1218-DCBF-0450DF636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90" y="1213236"/>
            <a:ext cx="6878010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8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B588-4838-78DF-25FF-19F590B0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29618-3CB5-87D3-A598-6C02A228D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2643078"/>
            <a:ext cx="1047896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871A-28DC-E65D-CCBC-CBD77C8A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5DF58-9F7F-C43F-BC21-9E6E0D1AD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2290603"/>
            <a:ext cx="1032654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9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F37B-E3D7-C0F0-2DC1-7899A9F7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BD877-7A23-16DF-DE3C-E17170B7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2300130"/>
            <a:ext cx="1143159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8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DC0A-913B-E35D-E029-21A3842D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6BC4D-5B4B-7B27-3329-58E0A2E34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661601"/>
            <a:ext cx="10193173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3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2CDA-E046-8271-741D-75DA90E9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CD25F0-68EE-FA32-9814-306C63DC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2366814"/>
            <a:ext cx="956443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2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8344-3119-761C-5C40-1171E25D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7ED5BC-081F-3A7B-38F2-6914A8D88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4" y="2338235"/>
            <a:ext cx="10431331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39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9C54-78D6-7A83-30A7-6764184A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E97D71-8152-3E16-232F-F8071950C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1" y="2157235"/>
            <a:ext cx="1007885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1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A255-F46B-DAE4-74E1-C0875E75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03642-6311-B497-4423-57F8FF98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2714525"/>
            <a:ext cx="9612066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8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12E1-F0E5-60CC-F270-7E80EBC5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EA858-C6C4-7815-682F-866348E6D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2785973"/>
            <a:ext cx="733527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3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95E3-148F-8EAA-D6ED-ADE14289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A69B7E-AE3F-54BE-0F16-AC6820047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" y="1752366"/>
            <a:ext cx="10040751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0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AE51-948A-276D-E194-342E0FEE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7013C-5DD5-AA34-8BE1-73F3A3FF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2547814"/>
            <a:ext cx="1005027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8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2C8B-6773-CFCA-2492-FA374008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35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F727B-FE00-7C78-8CAB-108FC5ED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17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527C-D8EB-D172-30D7-780026EB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49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ziv ash</dc:creator>
  <cp:lastModifiedBy>ziv ash</cp:lastModifiedBy>
  <cp:revision>2</cp:revision>
  <dcterms:created xsi:type="dcterms:W3CDTF">2026-03-07T10:40:56Z</dcterms:created>
  <dcterms:modified xsi:type="dcterms:W3CDTF">2026-03-08T14:09:55Z</dcterms:modified>
</cp:coreProperties>
</file>